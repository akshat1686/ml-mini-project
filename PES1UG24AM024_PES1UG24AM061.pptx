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f46c48ff01de04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4f46c48ff01de04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4f46c48ff01de04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4f46c48ff01de04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f46c48ff01de04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4f46c48ff01de04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f46c48ff01de04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4f46c48ff01de04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4f46c48ff01de04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4f46c48ff01de04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4f46c48ff01de04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4f46c48ff01de04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f46c48ff01de04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f46c48ff01de04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f46c48ff01de04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4f46c48ff01de04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f46c48ff01de04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f46c48ff01de04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4f46c48ff01de04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4f46c48ff01de04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4f46c48ff01de04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4f46c48ff01de04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4f46c48ff01de04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4f46c48ff01de04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f46c48ff01de04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4f46c48ff01de04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4dd197876e6f77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4dd197876e6f7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4f46c48ff01de04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4f46c48ff01de04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en" sz="25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Text-Based Prediction of Book Review Popularity</a:t>
            </a:r>
            <a:endParaRPr b="1" sz="257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Machine Learning Approach to Predicting Goodreads Review Engagement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38732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Akshat Agarwal (PES1UG24AM024) &amp; Ayushi Kumari (PES1UG24AM061)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Goodreads contains millions of book reviews, but not all reviews receive the same level of engagement. Predicting whether a review will become popular can help us understand the factors associated with reader engagement.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book reviews as </a:t>
            </a: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or unpopular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review text and numerical book/review features.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different feature representations and machine learning models.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performance using classification metrics and visualizations.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74" y="3131425"/>
            <a:ext cx="5637200" cy="11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and Target Variable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Bridget Daly, Stanford CS229 Project Report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Goodreads book reviews dataset.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Binary classification — popular vs. unpopular reviews.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likes and comments are used to calculate engagement.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definition: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review is labelled popular when its within-book engagement share exceeds 0.02.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target represents review engagement, not whether the reviewer liked the book.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63" y="2956463"/>
            <a:ext cx="288607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 and Feature Engineering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Notebook: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goodreads_preprocessing.ipynb</a:t>
            </a:r>
            <a:br>
              <a:rPr lang="en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notebook: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book_review_validation.ipynb</a:t>
            </a:r>
            <a:br>
              <a:rPr lang="en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Paper-style feature engineering: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feature_engineering.ipynb</a:t>
            </a:r>
            <a:endParaRPr sz="11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was prepared through the following steps: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extraction: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Processed the large Goodreads JSON dataset incrementally.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Inspected data types, missing values, and relevant columns.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filtering: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FastText for English-language detection.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creation: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Calculated within-book engagement share and assigned the popularity label.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Extracted text, review-length, linguistic, sentiment, and numerical features.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Leakage prevention: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Excluded engagement variables used to create the target from the model inputs.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examples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Text: review content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Numerical: user rating, average book rating, ratings count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Linguistic: review length, sentence characteristics, sentiment, POS proportions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150" y="907600"/>
            <a:ext cx="3516275" cy="19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Design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Notebook: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3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model_training.ipynb</a:t>
            </a:r>
            <a:endParaRPr sz="13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paper-style workflow compared models across different feature configurations.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subsets A–D: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Tested different combinations of input features, from non-text features to text representations and engineered features.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splitting: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separate training, validation, and test sets.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imbalance: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Compared selected experiments using the original training distribution and undersampling.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selection: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validation performance to compare experiments.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evaluation: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test-set metrics to assess generalization.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notebook's pilot configuration used a 100,000-row sample and a 70% / 15% / 15% train-validation-test split.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200" y="3890474"/>
            <a:ext cx="3754025" cy="8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and Experimental Setup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evaluated multiple machine learning approaches to predict whether a Goodreads review is popular or unpopular.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evaluated</a:t>
            </a:r>
            <a:endParaRPr b="1"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b="1"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Regression:</a:t>
            </a: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Linear classification baseline.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b="1"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SVM:</a:t>
            </a: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Separates classes by finding a decision boundary with a maximum margin.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b="1"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XGBoost:</a:t>
            </a: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Gradient-boosted decision trees that learn non-linear patterns.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b="1"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 (MLP):</a:t>
            </a: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Learns complex patterns through interconnected layers.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variations</a:t>
            </a:r>
            <a:endParaRPr b="1"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Times New Roman"/>
              <a:buChar char="●"/>
            </a:pP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configurations: A, B, C and D.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Times New Roman"/>
              <a:buChar char="●"/>
            </a:pP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representations include Bag of Words (BoW) and TF-IDF.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Times New Roman"/>
              <a:buChar char="●"/>
            </a:pP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experiments compare original and undersampled training data.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Times New Roman"/>
              <a:buChar char="●"/>
            </a:pPr>
            <a:r>
              <a:rPr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matrices, ROC curves, and other plots are used to assess model behaviour.</a:t>
            </a:r>
            <a:endParaRPr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Notebooks</a:t>
            </a:r>
            <a:endParaRPr b="1"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Times New Roman"/>
              <a:buChar char="●"/>
            </a:pPr>
            <a:r>
              <a:rPr lang="en" sz="95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book_review_final_evaluation.ipynb</a:t>
            </a:r>
            <a:endParaRPr sz="95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Times New Roman"/>
              <a:buChar char="●"/>
            </a:pPr>
            <a:r>
              <a:rPr lang="en" sz="95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model_training.ipynb</a:t>
            </a:r>
            <a:endParaRPr sz="95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Times New Roman"/>
              <a:buChar char="●"/>
            </a:pPr>
            <a:r>
              <a:rPr lang="en" sz="95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evaluation_and_submission_deliverables).ipynb</a:t>
            </a:r>
            <a:endParaRPr sz="95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estimates the probability that a review belongs to the popular class. It provides a useful baseline for comparing more complex models.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using different feature representations.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across feature subsets.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within the paper-style experimental workflow.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matrices show correct and incorrect predictions for each class.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 curves show the model's ability to distinguish popular from unpopular reviews.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depends on the features and sampling strategy used.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Logistic Regression is a strong baseline, but its results should be evaluated using popular-class precision, recall, F1-score, and ROC-AUC, not accuracy alone.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088" y="1751000"/>
            <a:ext cx="2277275" cy="18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Tuning: Effect of C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Notebook: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book_review_final_evaluation.ipynb</a:t>
            </a:r>
            <a:endParaRPr sz="12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parameter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controls the strength of regularization in Logistic Regression.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C: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Stronger regularization, which constrains model complexity.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C: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Weaker regularization, allowing the model to fit the training data more closely.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C can affect the balance between underfitting and overfitting.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compare model performance at different C values using evaluation metrics.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investigate how regularization affects the performance of the Logistic Regression classifier.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700" y="3526972"/>
            <a:ext cx="4415901" cy="9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Class Imbalance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imbalance can make a model favour the more frequent class. Class weighting changes the penalty assigned to classification errors during training.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class weighting: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uses its default error weighting.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balanced class weights: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increases the relative importance of errors involving less-represented classes.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precision, recall, F1-score and the confusion matrix to understand how predictions change.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 weighting may improve the detection of popular reviews, but it can also increase false positives. Its effect must be assessed using the actual experimental results.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215373"/>
            <a:ext cx="5974699" cy="10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Text and Numerical Features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experiment combines review text with numerical metadata to provide the classifier with more information than text alone.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features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 representation of review content.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features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rating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book rating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ratings received by the book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Days since the review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combine them?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captures the language and content of a review, while numerical features provide additional context about the review and book.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combined model tests whether these complementary sources of information improve the prediction of review popularity.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174" y="1611099"/>
            <a:ext cx="2486450" cy="21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Support Vector Machine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SVM was evaluated in </a:t>
            </a:r>
            <a:r>
              <a:rPr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book_review_final_evaluation.ipynb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an alternative to Logistic Regression for text-based classification to observe the difference between the two models.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a separating boundary between popular and unpopular reviews.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maximum-margin objective to separate the classes.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work well with high-dimensional text representations such as TF-IDF.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include it?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useful traditional text-classification comparison.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assess whether a different decision boundary improves class discrimination.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Complements the later paper-style experiments with XGBoost and Neural Networks.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SVM results came from a different experimental workflow. They should not be ranked directly against the paper-style results unless the target definition, features, data split, and evaluation procedure are aligned.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2695" y="1765475"/>
            <a:ext cx="2944375" cy="16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combines decision trees sequentially, with each new tree attempting to correct errors made by the previous trees.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feature subsets and training-data configurations.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original and undersampled training data in selected experiments.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confusion matrices, ROC curves, and feature-importance plots.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analyse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Whether XGBoost identifies popular reviews effectively.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 feature representation affects classification.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features contribute most to model predictions.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Whether undersampling improves popular-class detection while affecting overall accuracy.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more complex model does not automatically outperform Logistic Regression. Its performance depends on the data representation, class imbalance, and experimental configuration.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549" y="1781825"/>
            <a:ext cx="2416149" cy="19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 (MLP)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feed-forward neural network learns patterns by passing input features through interconnected layers and adjusting its weights during training.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different feature subsets.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original and undersampled training configurations where available.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confusion matrices, ROC curves, and learning curves.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Learning-curve analysis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and validation curves help show how model performance changes during training.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large gap between training and validation performance may indicate overfitting.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performance on both may indicate underfitting or insufficient predictive information.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Neural networks can model complex relationships, but their results depend on feature quality, training settings, and generalisation to unseen data.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2150" y="1873500"/>
            <a:ext cx="2290149" cy="18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Model Comparison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compares multiple approaches to identify the model and feature configuration that best captures review popularity.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criteria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Overall proportion of correct predictions.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many predicted-popular reviews are actually popular.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many actual popular reviews are correctly detected.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Balance between precision and recall.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ROC-AUC: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Ability to distinguish the two classes across classification thresholds.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learned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alone can be misleading when the target classes are imbalanced.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model may achieve higher recall but produce more false positives.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representations and engineered numerical features can affect the models differently.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model's complexity does not guarantee better performance.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preferred model should be selected using a consistent evaluation setup and the metric that best reflects the project's objective.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850" y="1794125"/>
            <a:ext cx="3263926" cy="16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7" title="18-run-results-tabl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30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Goodreads review popularity can be modelled as a binary classification problem.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explored text, numerical, and engineered linguistic features.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and Linear SVM were evaluated in an earlier workflow.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Regression, XGBoost, and Neural Networks were compared in the paper-style workflow.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matrices and ROC curves provided insight beyond accuracy alone.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Popularity depends on the chosen engagement-share threshold.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target distribution is imbalanced.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experiments use a sample rather than the full dataset.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depend on the features, sampling strategy, and model configuration.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from different workflows are not directly comparable.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b="1"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larger-scale experiments.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Tune model hyperparameters more systematically.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 consistent, untouched test set for final comparisons.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Char char="●"/>
            </a:pP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feature contributions and ways to improve popular-class precision.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</a:t>
            </a: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Bridget Daly, </a:t>
            </a:r>
            <a:r>
              <a:rPr i="1"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Text-Based Prediction of Book Review Popularity</a:t>
            </a:r>
            <a:r>
              <a:rPr lang="en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Stanford CS229 Project Report.</a:t>
            </a:r>
            <a:endParaRPr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Repository:</a:t>
            </a:r>
            <a:r>
              <a:rPr lang="en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github.com/Akshat1686/ML-MINI-Project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